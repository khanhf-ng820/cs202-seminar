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</p:sldIdLst>
  <p:sldSz cx="12191997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434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